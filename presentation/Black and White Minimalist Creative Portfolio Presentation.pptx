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Bold" charset="1" panose="00000800000000000000"/>
      <p:regular r:id="rId16"/>
    </p:embeddedFont>
    <p:embeddedFont>
      <p:font typeface="Aileron" charset="1" panose="00000500000000000000"/>
      <p:regular r:id="rId17"/>
    </p:embeddedFont>
    <p:embeddedFont>
      <p:font typeface="Aileron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F4F4F4"/>
                </a:solidFill>
                <a:latin typeface="Montserrat Bold"/>
                <a:ea typeface="Montserrat Bold"/>
                <a:cs typeface="Montserrat Bold"/>
                <a:sym typeface="Montserrat Bold"/>
              </a:rPr>
              <a:t>Personal Presentation</a:t>
            </a:r>
          </a:p>
        </p:txBody>
      </p:sp>
      <p:sp>
        <p:nvSpPr>
          <p:cNvPr name="TextBox 4" id="4"/>
          <p:cNvSpPr txBox="true"/>
          <p:nvPr/>
        </p:nvSpPr>
        <p:spPr>
          <a:xfrm rot="0">
            <a:off x="4102018" y="4171246"/>
            <a:ext cx="10083963" cy="2334283"/>
          </a:xfrm>
          <a:prstGeom prst="rect">
            <a:avLst/>
          </a:prstGeom>
        </p:spPr>
        <p:txBody>
          <a:bodyPr anchor="t" rtlCol="false" tIns="0" lIns="0" bIns="0" rIns="0">
            <a:spAutoFit/>
          </a:bodyPr>
          <a:lstStyle/>
          <a:p>
            <a:pPr algn="ctr">
              <a:lnSpc>
                <a:spcPts val="16456"/>
              </a:lnSpc>
            </a:pPr>
            <a:r>
              <a:rPr lang="en-US" b="true" sz="20570" spc="-863">
                <a:solidFill>
                  <a:srgbClr val="F4F4F4"/>
                </a:solidFill>
                <a:latin typeface="Montserrat Bold"/>
                <a:ea typeface="Montserrat Bold"/>
                <a:cs typeface="Montserrat Bold"/>
                <a:sym typeface="Montserrat Bold"/>
              </a:rPr>
              <a:t>creative</a:t>
            </a:r>
          </a:p>
        </p:txBody>
      </p:sp>
      <p:sp>
        <p:nvSpPr>
          <p:cNvPr name="TextBox 5" id="5"/>
          <p:cNvSpPr txBox="true"/>
          <p:nvPr/>
        </p:nvSpPr>
        <p:spPr>
          <a:xfrm rot="0">
            <a:off x="4102018" y="6144266"/>
            <a:ext cx="10083963" cy="762063"/>
          </a:xfrm>
          <a:prstGeom prst="rect">
            <a:avLst/>
          </a:prstGeom>
        </p:spPr>
        <p:txBody>
          <a:bodyPr anchor="t" rtlCol="false" tIns="0" lIns="0" bIns="0" rIns="0">
            <a:spAutoFit/>
          </a:bodyPr>
          <a:lstStyle/>
          <a:p>
            <a:pPr algn="ctr">
              <a:lnSpc>
                <a:spcPts val="5317"/>
              </a:lnSpc>
            </a:pPr>
            <a:r>
              <a:rPr lang="en-US" b="true" sz="6646" spc="-279">
                <a:solidFill>
                  <a:srgbClr val="F4F4F4"/>
                </a:solidFill>
                <a:latin typeface="Montserrat Bold"/>
                <a:ea typeface="Montserrat Bold"/>
                <a:cs typeface="Montserrat Bold"/>
                <a:sym typeface="Montserrat Bold"/>
              </a:rPr>
              <a:t>portfolio</a:t>
            </a:r>
          </a:p>
        </p:txBody>
      </p:sp>
      <p:sp>
        <p:nvSpPr>
          <p:cNvPr name="TextBox 6" id="6"/>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F4F4F4"/>
                </a:solidFill>
                <a:latin typeface="Aileron"/>
                <a:ea typeface="Aileron"/>
                <a:cs typeface="Aileron"/>
                <a:sym typeface="Aileron"/>
              </a:rPr>
              <a:t>09 May, 2026</a:t>
            </a:r>
          </a:p>
        </p:txBody>
      </p:sp>
      <p:sp>
        <p:nvSpPr>
          <p:cNvPr name="TextBox 7" id="7"/>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F4F4F4"/>
                </a:solidFill>
                <a:latin typeface="Aileron Bold"/>
                <a:ea typeface="Aileron Bold"/>
                <a:cs typeface="Aileron Bold"/>
                <a:sym typeface="Aileron Bold"/>
              </a:rPr>
              <a:t>Shawn Garcia</a:t>
            </a:r>
          </a:p>
        </p:txBody>
      </p:sp>
      <p:sp>
        <p:nvSpPr>
          <p:cNvPr name="TextBox 8" id="8"/>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hello@reallygreatsite.com</a:t>
            </a:r>
          </a:p>
        </p:txBody>
      </p:sp>
      <p:sp>
        <p:nvSpPr>
          <p:cNvPr name="TextBox 9" id="9"/>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@reallygreatsite</a:t>
            </a:r>
          </a:p>
        </p:txBody>
      </p:sp>
      <p:sp>
        <p:nvSpPr>
          <p:cNvPr name="TextBox 10" id="10"/>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+123-456-7890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7914729" y="0"/>
            <a:ext cx="6940111" cy="2562225"/>
            <a:chOff x="0" y="0"/>
            <a:chExt cx="1827848" cy="674825"/>
          </a:xfrm>
        </p:grpSpPr>
        <p:sp>
          <p:nvSpPr>
            <p:cNvPr name="Freeform 3" id="3"/>
            <p:cNvSpPr/>
            <p:nvPr/>
          </p:nvSpPr>
          <p:spPr>
            <a:xfrm flipH="false" flipV="false" rot="0">
              <a:off x="0" y="0"/>
              <a:ext cx="1827848" cy="674825"/>
            </a:xfrm>
            <a:custGeom>
              <a:avLst/>
              <a:gdLst/>
              <a:ahLst/>
              <a:cxnLst/>
              <a:rect r="r" b="b" t="t" l="l"/>
              <a:pathLst>
                <a:path h="674825" w="1827848">
                  <a:moveTo>
                    <a:pt x="0" y="0"/>
                  </a:moveTo>
                  <a:lnTo>
                    <a:pt x="1827848" y="0"/>
                  </a:lnTo>
                  <a:lnTo>
                    <a:pt x="1827848" y="674825"/>
                  </a:lnTo>
                  <a:lnTo>
                    <a:pt x="0" y="674825"/>
                  </a:lnTo>
                  <a:close/>
                </a:path>
              </a:pathLst>
            </a:custGeom>
            <a:solidFill>
              <a:srgbClr val="101010"/>
            </a:solidFill>
          </p:spPr>
        </p:sp>
        <p:sp>
          <p:nvSpPr>
            <p:cNvPr name="TextBox 4" id="4"/>
            <p:cNvSpPr txBox="true"/>
            <p:nvPr/>
          </p:nvSpPr>
          <p:spPr>
            <a:xfrm>
              <a:off x="0" y="-38100"/>
              <a:ext cx="1827848" cy="712925"/>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144000" y="1928812"/>
            <a:ext cx="9144000" cy="6429375"/>
            <a:chOff x="0" y="0"/>
            <a:chExt cx="12192000" cy="8572500"/>
          </a:xfrm>
        </p:grpSpPr>
        <p:pic>
          <p:nvPicPr>
            <p:cNvPr name="Picture 6" id="6"/>
            <p:cNvPicPr>
              <a:picLocks noChangeAspect="true"/>
            </p:cNvPicPr>
            <p:nvPr/>
          </p:nvPicPr>
          <p:blipFill>
            <a:blip r:embed="rId2"/>
            <a:srcRect l="2622" t="0" r="2622" b="0"/>
            <a:stretch>
              <a:fillRect/>
            </a:stretch>
          </p:blipFill>
          <p:spPr>
            <a:xfrm flipH="false" flipV="false">
              <a:off x="0" y="0"/>
              <a:ext cx="12192000" cy="8572500"/>
            </a:xfrm>
            <a:prstGeom prst="rect">
              <a:avLst/>
            </a:prstGeom>
          </p:spPr>
        </p:pic>
      </p:grpSp>
      <p:sp>
        <p:nvSpPr>
          <p:cNvPr name="TextBox 7" id="7"/>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8" id="8"/>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9" id="9"/>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10" id="10"/>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11" id="11"/>
          <p:cNvSpPr txBox="true"/>
          <p:nvPr/>
        </p:nvSpPr>
        <p:spPr>
          <a:xfrm rot="0">
            <a:off x="1028700" y="4828156"/>
            <a:ext cx="6660027" cy="1108710"/>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2" id="12"/>
          <p:cNvSpPr txBox="true"/>
          <p:nvPr/>
        </p:nvSpPr>
        <p:spPr>
          <a:xfrm rot="0">
            <a:off x="1028700" y="6689341"/>
            <a:ext cx="4968774" cy="1108710"/>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Ut enim ad minim veniam, quis nostrud exercitation ullamco laboris nisi ut aliquip ex ea commodo consequat.</a:t>
            </a:r>
          </a:p>
        </p:txBody>
      </p:sp>
      <p:sp>
        <p:nvSpPr>
          <p:cNvPr name="TextBox 13" id="13"/>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14" id="14"/>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15" id="15"/>
          <p:cNvSpPr txBox="true"/>
          <p:nvPr/>
        </p:nvSpPr>
        <p:spPr>
          <a:xfrm rot="0">
            <a:off x="1028700" y="2579370"/>
            <a:ext cx="4968774"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6962229" y="0"/>
            <a:ext cx="1653736" cy="3086100"/>
            <a:chOff x="0" y="0"/>
            <a:chExt cx="435552" cy="812800"/>
          </a:xfrm>
        </p:grpSpPr>
        <p:sp>
          <p:nvSpPr>
            <p:cNvPr name="Freeform 3" id="3"/>
            <p:cNvSpPr/>
            <p:nvPr/>
          </p:nvSpPr>
          <p:spPr>
            <a:xfrm flipH="false" flipV="false" rot="0">
              <a:off x="0" y="0"/>
              <a:ext cx="435552" cy="812800"/>
            </a:xfrm>
            <a:custGeom>
              <a:avLst/>
              <a:gdLst/>
              <a:ahLst/>
              <a:cxnLst/>
              <a:rect r="r" b="b" t="t" l="l"/>
              <a:pathLst>
                <a:path h="812800" w="435552">
                  <a:moveTo>
                    <a:pt x="0" y="0"/>
                  </a:moveTo>
                  <a:lnTo>
                    <a:pt x="435552" y="0"/>
                  </a:lnTo>
                  <a:lnTo>
                    <a:pt x="435552" y="812800"/>
                  </a:lnTo>
                  <a:lnTo>
                    <a:pt x="0" y="812800"/>
                  </a:lnTo>
                  <a:close/>
                </a:path>
              </a:pathLst>
            </a:custGeom>
            <a:solidFill>
              <a:srgbClr val="101010"/>
            </a:solidFill>
          </p:spPr>
        </p:sp>
        <p:sp>
          <p:nvSpPr>
            <p:cNvPr name="TextBox 4" id="4"/>
            <p:cNvSpPr txBox="true"/>
            <p:nvPr/>
          </p:nvSpPr>
          <p:spPr>
            <a:xfrm>
              <a:off x="0" y="-38100"/>
              <a:ext cx="435552" cy="8509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0" y="1928812"/>
            <a:ext cx="8285609" cy="6429375"/>
            <a:chOff x="0" y="0"/>
            <a:chExt cx="11047479" cy="8572500"/>
          </a:xfrm>
        </p:grpSpPr>
        <p:pic>
          <p:nvPicPr>
            <p:cNvPr name="Picture 6" id="6"/>
            <p:cNvPicPr>
              <a:picLocks noChangeAspect="true"/>
            </p:cNvPicPr>
            <p:nvPr/>
          </p:nvPicPr>
          <p:blipFill>
            <a:blip r:embed="rId2"/>
            <a:srcRect l="7069" t="0" r="7069" b="0"/>
            <a:stretch>
              <a:fillRect/>
            </a:stretch>
          </p:blipFill>
          <p:spPr>
            <a:xfrm flipH="false" flipV="false">
              <a:off x="0" y="0"/>
              <a:ext cx="11047479" cy="8572500"/>
            </a:xfrm>
            <a:prstGeom prst="rect">
              <a:avLst/>
            </a:prstGeom>
          </p:spPr>
        </p:pic>
      </p:grpSp>
      <p:sp>
        <p:nvSpPr>
          <p:cNvPr name="TextBox 7" id="7"/>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8" id="8"/>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9" id="9"/>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10" id="10"/>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11" id="11"/>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12" id="12"/>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13" id="13"/>
          <p:cNvSpPr txBox="true"/>
          <p:nvPr/>
        </p:nvSpPr>
        <p:spPr>
          <a:xfrm rot="0">
            <a:off x="9007099" y="6504928"/>
            <a:ext cx="8252201" cy="1480185"/>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4" id="14"/>
          <p:cNvSpPr txBox="true"/>
          <p:nvPr/>
        </p:nvSpPr>
        <p:spPr>
          <a:xfrm rot="0">
            <a:off x="9007099" y="2673362"/>
            <a:ext cx="8252201"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hello, i'm shawn garcia!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8285609" y="4632015"/>
            <a:ext cx="8252201" cy="0"/>
          </a:xfrm>
          <a:prstGeom prst="line">
            <a:avLst/>
          </a:prstGeom>
          <a:ln cap="flat" w="9525">
            <a:solidFill>
              <a:srgbClr val="101010"/>
            </a:solidFill>
            <a:prstDash val="solid"/>
            <a:headEnd type="none" len="sm" w="sm"/>
            <a:tailEnd type="none" len="sm" w="sm"/>
          </a:ln>
        </p:spPr>
      </p:sp>
      <p:grpSp>
        <p:nvGrpSpPr>
          <p:cNvPr name="Group 3" id="3"/>
          <p:cNvGrpSpPr/>
          <p:nvPr/>
        </p:nvGrpSpPr>
        <p:grpSpPr>
          <a:xfrm rot="0">
            <a:off x="0" y="1702053"/>
            <a:ext cx="1653736" cy="4888274"/>
            <a:chOff x="0" y="0"/>
            <a:chExt cx="435552" cy="1287447"/>
          </a:xfrm>
        </p:grpSpPr>
        <p:sp>
          <p:nvSpPr>
            <p:cNvPr name="Freeform 4" id="4"/>
            <p:cNvSpPr/>
            <p:nvPr/>
          </p:nvSpPr>
          <p:spPr>
            <a:xfrm flipH="false" flipV="false" rot="0">
              <a:off x="0" y="0"/>
              <a:ext cx="435552" cy="1287447"/>
            </a:xfrm>
            <a:custGeom>
              <a:avLst/>
              <a:gdLst/>
              <a:ahLst/>
              <a:cxnLst/>
              <a:rect r="r" b="b" t="t" l="l"/>
              <a:pathLst>
                <a:path h="1287447" w="435552">
                  <a:moveTo>
                    <a:pt x="0" y="0"/>
                  </a:moveTo>
                  <a:lnTo>
                    <a:pt x="435552" y="0"/>
                  </a:lnTo>
                  <a:lnTo>
                    <a:pt x="435552" y="1287447"/>
                  </a:lnTo>
                  <a:lnTo>
                    <a:pt x="0" y="1287447"/>
                  </a:lnTo>
                  <a:close/>
                </a:path>
              </a:pathLst>
            </a:custGeom>
            <a:solidFill>
              <a:srgbClr val="101010"/>
            </a:solidFill>
          </p:spPr>
        </p:sp>
        <p:sp>
          <p:nvSpPr>
            <p:cNvPr name="TextBox 5" id="5"/>
            <p:cNvSpPr txBox="true"/>
            <p:nvPr/>
          </p:nvSpPr>
          <p:spPr>
            <a:xfrm>
              <a:off x="0" y="-38100"/>
              <a:ext cx="435552" cy="1325547"/>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028700" y="1928812"/>
            <a:ext cx="6429375" cy="64293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4906" t="0" r="-24906" b="0"/>
              </a:stretch>
            </a:blipFill>
          </p:spPr>
        </p:sp>
      </p:grpSp>
      <p:sp>
        <p:nvSpPr>
          <p:cNvPr name="TextBox 8" id="8"/>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9" id="9"/>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10" id="10"/>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11" id="11"/>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12" id="12"/>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13" id="13"/>
          <p:cNvSpPr txBox="true"/>
          <p:nvPr/>
        </p:nvSpPr>
        <p:spPr>
          <a:xfrm rot="0">
            <a:off x="11259050" y="5410208"/>
            <a:ext cx="1359843"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[2016 - 2019]</a:t>
            </a:r>
          </a:p>
        </p:txBody>
      </p:sp>
      <p:sp>
        <p:nvSpPr>
          <p:cNvPr name="TextBox 14" id="14"/>
          <p:cNvSpPr txBox="true"/>
          <p:nvPr/>
        </p:nvSpPr>
        <p:spPr>
          <a:xfrm rot="0">
            <a:off x="11259050" y="6808954"/>
            <a:ext cx="1359843"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[2019 - 2023]</a:t>
            </a:r>
          </a:p>
        </p:txBody>
      </p:sp>
      <p:sp>
        <p:nvSpPr>
          <p:cNvPr name="TextBox 15" id="15"/>
          <p:cNvSpPr txBox="true"/>
          <p:nvPr/>
        </p:nvSpPr>
        <p:spPr>
          <a:xfrm rot="0">
            <a:off x="8285609" y="5785969"/>
            <a:ext cx="825220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6" id="16"/>
          <p:cNvSpPr txBox="true"/>
          <p:nvPr/>
        </p:nvSpPr>
        <p:spPr>
          <a:xfrm rot="0">
            <a:off x="8285609" y="7184715"/>
            <a:ext cx="825220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7" id="17"/>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18" id="18"/>
          <p:cNvSpPr txBox="true"/>
          <p:nvPr/>
        </p:nvSpPr>
        <p:spPr>
          <a:xfrm rot="0">
            <a:off x="8285609" y="3701430"/>
            <a:ext cx="8252201" cy="737235"/>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9" id="19"/>
          <p:cNvSpPr txBox="true"/>
          <p:nvPr/>
        </p:nvSpPr>
        <p:spPr>
          <a:xfrm rot="0">
            <a:off x="8285609" y="5351152"/>
            <a:ext cx="2438995" cy="365760"/>
          </a:xfrm>
          <a:prstGeom prst="rect">
            <a:avLst/>
          </a:prstGeom>
        </p:spPr>
        <p:txBody>
          <a:bodyPr anchor="t" rtlCol="false" tIns="0" lIns="0" bIns="0" rIns="0">
            <a:spAutoFit/>
          </a:bodyPr>
          <a:lstStyle/>
          <a:p>
            <a:pPr algn="just">
              <a:lnSpc>
                <a:spcPts val="2939"/>
              </a:lnSpc>
            </a:pPr>
            <a:r>
              <a:rPr lang="en-US" sz="2099" b="true">
                <a:solidFill>
                  <a:srgbClr val="101010"/>
                </a:solidFill>
                <a:latin typeface="Aileron Bold"/>
                <a:ea typeface="Aileron Bold"/>
                <a:cs typeface="Aileron Bold"/>
                <a:sym typeface="Aileron Bold"/>
              </a:rPr>
              <a:t>Arowwai University</a:t>
            </a:r>
          </a:p>
        </p:txBody>
      </p:sp>
      <p:sp>
        <p:nvSpPr>
          <p:cNvPr name="TextBox 20" id="20"/>
          <p:cNvSpPr txBox="true"/>
          <p:nvPr/>
        </p:nvSpPr>
        <p:spPr>
          <a:xfrm rot="0">
            <a:off x="8285609" y="6749899"/>
            <a:ext cx="2415778" cy="365760"/>
          </a:xfrm>
          <a:prstGeom prst="rect">
            <a:avLst/>
          </a:prstGeom>
        </p:spPr>
        <p:txBody>
          <a:bodyPr anchor="t" rtlCol="false" tIns="0" lIns="0" bIns="0" rIns="0">
            <a:spAutoFit/>
          </a:bodyPr>
          <a:lstStyle/>
          <a:p>
            <a:pPr algn="just">
              <a:lnSpc>
                <a:spcPts val="2939"/>
              </a:lnSpc>
            </a:pPr>
            <a:r>
              <a:rPr lang="en-US" sz="2099" b="true">
                <a:solidFill>
                  <a:srgbClr val="101010"/>
                </a:solidFill>
                <a:latin typeface="Aileron Bold"/>
                <a:ea typeface="Aileron Bold"/>
                <a:cs typeface="Aileron Bold"/>
                <a:sym typeface="Aileron Bold"/>
              </a:rPr>
              <a:t>Hanover University</a:t>
            </a:r>
          </a:p>
        </p:txBody>
      </p:sp>
      <p:sp>
        <p:nvSpPr>
          <p:cNvPr name="TextBox 21" id="21"/>
          <p:cNvSpPr txBox="true"/>
          <p:nvPr/>
        </p:nvSpPr>
        <p:spPr>
          <a:xfrm rot="0">
            <a:off x="8285609" y="2432658"/>
            <a:ext cx="8252201" cy="108775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my education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3" id="3"/>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4" id="4"/>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5" id="5"/>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6" id="6"/>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7" id="7"/>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8" id="8"/>
          <p:cNvSpPr txBox="true"/>
          <p:nvPr/>
        </p:nvSpPr>
        <p:spPr>
          <a:xfrm rot="0">
            <a:off x="1028700" y="7415213"/>
            <a:ext cx="8252201" cy="737235"/>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9" id="9"/>
          <p:cNvSpPr txBox="true"/>
          <p:nvPr/>
        </p:nvSpPr>
        <p:spPr>
          <a:xfrm rot="0">
            <a:off x="1028700" y="5174891"/>
            <a:ext cx="8532539"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my</a:t>
            </a:r>
          </a:p>
          <a:p>
            <a:pPr algn="l">
              <a:lnSpc>
                <a:spcPts val="7680"/>
              </a:lnSpc>
            </a:pPr>
            <a:r>
              <a:rPr lang="en-US" sz="9600" spc="-403" b="true">
                <a:solidFill>
                  <a:srgbClr val="101010"/>
                </a:solidFill>
                <a:latin typeface="Montserrat Bold"/>
                <a:ea typeface="Montserrat Bold"/>
                <a:cs typeface="Montserrat Bold"/>
                <a:sym typeface="Montserrat Bold"/>
              </a:rPr>
              <a:t>personal skills</a:t>
            </a:r>
          </a:p>
        </p:txBody>
      </p:sp>
      <p:sp>
        <p:nvSpPr>
          <p:cNvPr name="TextBox 10" id="10"/>
          <p:cNvSpPr txBox="true"/>
          <p:nvPr/>
        </p:nvSpPr>
        <p:spPr>
          <a:xfrm rot="0">
            <a:off x="10002391" y="6132672"/>
            <a:ext cx="7256909"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1" id="11"/>
          <p:cNvSpPr txBox="true"/>
          <p:nvPr/>
        </p:nvSpPr>
        <p:spPr>
          <a:xfrm rot="0">
            <a:off x="10002391" y="7531418"/>
            <a:ext cx="7256909"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2" id="12"/>
          <p:cNvSpPr txBox="true"/>
          <p:nvPr/>
        </p:nvSpPr>
        <p:spPr>
          <a:xfrm rot="0">
            <a:off x="10002391" y="5697855"/>
            <a:ext cx="3025893" cy="365760"/>
          </a:xfrm>
          <a:prstGeom prst="rect">
            <a:avLst/>
          </a:prstGeom>
        </p:spPr>
        <p:txBody>
          <a:bodyPr anchor="t" rtlCol="false" tIns="0" lIns="0" bIns="0" rIns="0">
            <a:spAutoFit/>
          </a:bodyPr>
          <a:lstStyle/>
          <a:p>
            <a:pPr algn="just">
              <a:lnSpc>
                <a:spcPts val="2939"/>
              </a:lnSpc>
            </a:pPr>
            <a:r>
              <a:rPr lang="en-US" sz="2099" b="true">
                <a:solidFill>
                  <a:srgbClr val="101010"/>
                </a:solidFill>
                <a:latin typeface="Aileron Bold"/>
                <a:ea typeface="Aileron Bold"/>
                <a:cs typeface="Aileron Bold"/>
                <a:sym typeface="Aileron Bold"/>
              </a:rPr>
              <a:t>Photography</a:t>
            </a:r>
          </a:p>
        </p:txBody>
      </p:sp>
      <p:sp>
        <p:nvSpPr>
          <p:cNvPr name="TextBox 13" id="13"/>
          <p:cNvSpPr txBox="true"/>
          <p:nvPr/>
        </p:nvSpPr>
        <p:spPr>
          <a:xfrm rot="0">
            <a:off x="10002391" y="7096602"/>
            <a:ext cx="2997089" cy="365760"/>
          </a:xfrm>
          <a:prstGeom prst="rect">
            <a:avLst/>
          </a:prstGeom>
        </p:spPr>
        <p:txBody>
          <a:bodyPr anchor="t" rtlCol="false" tIns="0" lIns="0" bIns="0" rIns="0">
            <a:spAutoFit/>
          </a:bodyPr>
          <a:lstStyle/>
          <a:p>
            <a:pPr algn="just">
              <a:lnSpc>
                <a:spcPts val="2939"/>
              </a:lnSpc>
            </a:pPr>
            <a:r>
              <a:rPr lang="en-US" sz="2099" b="true">
                <a:solidFill>
                  <a:srgbClr val="101010"/>
                </a:solidFill>
                <a:latin typeface="Aileron Bold"/>
                <a:ea typeface="Aileron Bold"/>
                <a:cs typeface="Aileron Bold"/>
                <a:sym typeface="Aileron Bold"/>
              </a:rPr>
              <a:t>Videography</a:t>
            </a:r>
          </a:p>
        </p:txBody>
      </p:sp>
      <p:grpSp>
        <p:nvGrpSpPr>
          <p:cNvPr name="Group 14" id="14"/>
          <p:cNvGrpSpPr/>
          <p:nvPr/>
        </p:nvGrpSpPr>
        <p:grpSpPr>
          <a:xfrm rot="0">
            <a:off x="3760713" y="1665795"/>
            <a:ext cx="3756273" cy="1524216"/>
            <a:chOff x="0" y="0"/>
            <a:chExt cx="989306" cy="401440"/>
          </a:xfrm>
        </p:grpSpPr>
        <p:sp>
          <p:nvSpPr>
            <p:cNvPr name="Freeform 15" id="15"/>
            <p:cNvSpPr/>
            <p:nvPr/>
          </p:nvSpPr>
          <p:spPr>
            <a:xfrm flipH="false" flipV="false" rot="0">
              <a:off x="0" y="0"/>
              <a:ext cx="989306" cy="401440"/>
            </a:xfrm>
            <a:custGeom>
              <a:avLst/>
              <a:gdLst/>
              <a:ahLst/>
              <a:cxnLst/>
              <a:rect r="r" b="b" t="t" l="l"/>
              <a:pathLst>
                <a:path h="401440" w="989306">
                  <a:moveTo>
                    <a:pt x="0" y="0"/>
                  </a:moveTo>
                  <a:lnTo>
                    <a:pt x="989306" y="0"/>
                  </a:lnTo>
                  <a:lnTo>
                    <a:pt x="989306" y="401440"/>
                  </a:lnTo>
                  <a:lnTo>
                    <a:pt x="0" y="401440"/>
                  </a:lnTo>
                  <a:close/>
                </a:path>
              </a:pathLst>
            </a:custGeom>
            <a:solidFill>
              <a:srgbClr val="101010"/>
            </a:solidFill>
          </p:spPr>
        </p:sp>
        <p:sp>
          <p:nvSpPr>
            <p:cNvPr name="TextBox 16" id="16"/>
            <p:cNvSpPr txBox="true"/>
            <p:nvPr/>
          </p:nvSpPr>
          <p:spPr>
            <a:xfrm>
              <a:off x="0" y="-38100"/>
              <a:ext cx="989306" cy="439540"/>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0">
            <a:off x="4035192" y="1928812"/>
            <a:ext cx="14252808" cy="3554730"/>
            <a:chOff x="0" y="0"/>
            <a:chExt cx="19003744" cy="4739640"/>
          </a:xfrm>
        </p:grpSpPr>
        <p:pic>
          <p:nvPicPr>
            <p:cNvPr name="Picture 18" id="18"/>
            <p:cNvPicPr>
              <a:picLocks noChangeAspect="true"/>
            </p:cNvPicPr>
            <p:nvPr/>
          </p:nvPicPr>
          <p:blipFill>
            <a:blip r:embed="rId2"/>
            <a:srcRect l="0" t="31282" r="0" b="31282"/>
            <a:stretch>
              <a:fillRect/>
            </a:stretch>
          </p:blipFill>
          <p:spPr>
            <a:xfrm flipH="false" flipV="false">
              <a:off x="0" y="0"/>
              <a:ext cx="19003744" cy="4739640"/>
            </a:xfrm>
            <a:prstGeom prst="rect">
              <a:avLst/>
            </a:prstGeom>
          </p:spPr>
        </p:pic>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3" id="3"/>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4" id="4"/>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5" id="5"/>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6" id="6"/>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7" id="7"/>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8" id="8"/>
          <p:cNvSpPr txBox="true"/>
          <p:nvPr/>
        </p:nvSpPr>
        <p:spPr>
          <a:xfrm rot="0">
            <a:off x="1028700" y="7620952"/>
            <a:ext cx="8252201" cy="737235"/>
          </a:xfrm>
          <a:prstGeom prst="rect">
            <a:avLst/>
          </a:prstGeom>
        </p:spPr>
        <p:txBody>
          <a:bodyPr anchor="t" rtlCol="false" tIns="0" lIns="0" bIns="0" rIns="0">
            <a:spAutoFit/>
          </a:bodyPr>
          <a:lstStyle/>
          <a:p>
            <a:pPr algn="just">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9" id="9"/>
          <p:cNvSpPr txBox="true"/>
          <p:nvPr/>
        </p:nvSpPr>
        <p:spPr>
          <a:xfrm rot="0">
            <a:off x="1028700" y="5253471"/>
            <a:ext cx="8603976"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my work experience</a:t>
            </a:r>
          </a:p>
        </p:txBody>
      </p:sp>
      <p:sp>
        <p:nvSpPr>
          <p:cNvPr name="TextBox 10" id="10"/>
          <p:cNvSpPr txBox="true"/>
          <p:nvPr/>
        </p:nvSpPr>
        <p:spPr>
          <a:xfrm rot="0">
            <a:off x="10740579" y="5930106"/>
            <a:ext cx="651872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1" id="11"/>
          <p:cNvSpPr txBox="true"/>
          <p:nvPr/>
        </p:nvSpPr>
        <p:spPr>
          <a:xfrm rot="0">
            <a:off x="10740579" y="5495290"/>
            <a:ext cx="2692219" cy="365760"/>
          </a:xfrm>
          <a:prstGeom prst="rect">
            <a:avLst/>
          </a:prstGeom>
        </p:spPr>
        <p:txBody>
          <a:bodyPr anchor="t" rtlCol="false" tIns="0" lIns="0" bIns="0" rIns="0">
            <a:spAutoFit/>
          </a:bodyPr>
          <a:lstStyle/>
          <a:p>
            <a:pPr algn="just">
              <a:lnSpc>
                <a:spcPts val="2939"/>
              </a:lnSpc>
            </a:pPr>
            <a:r>
              <a:rPr lang="en-US" b="true" sz="2099" spc="-41">
                <a:solidFill>
                  <a:srgbClr val="101010"/>
                </a:solidFill>
                <a:latin typeface="Aileron Bold"/>
                <a:ea typeface="Aileron Bold"/>
                <a:cs typeface="Aileron Bold"/>
                <a:sym typeface="Aileron Bold"/>
              </a:rPr>
              <a:t>Aldenaire &amp; Partners</a:t>
            </a:r>
          </a:p>
        </p:txBody>
      </p:sp>
      <p:sp>
        <p:nvSpPr>
          <p:cNvPr name="TextBox 12" id="12"/>
          <p:cNvSpPr txBox="true"/>
          <p:nvPr/>
        </p:nvSpPr>
        <p:spPr>
          <a:xfrm rot="0">
            <a:off x="10740579" y="4123055"/>
            <a:ext cx="651872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3" id="13"/>
          <p:cNvSpPr txBox="true"/>
          <p:nvPr/>
        </p:nvSpPr>
        <p:spPr>
          <a:xfrm rot="0">
            <a:off x="10740579" y="3688239"/>
            <a:ext cx="3601475" cy="365760"/>
          </a:xfrm>
          <a:prstGeom prst="rect">
            <a:avLst/>
          </a:prstGeom>
        </p:spPr>
        <p:txBody>
          <a:bodyPr anchor="t" rtlCol="false" tIns="0" lIns="0" bIns="0" rIns="0">
            <a:spAutoFit/>
          </a:bodyPr>
          <a:lstStyle/>
          <a:p>
            <a:pPr algn="just">
              <a:lnSpc>
                <a:spcPts val="2939"/>
              </a:lnSpc>
            </a:pPr>
            <a:r>
              <a:rPr lang="en-US" b="true" sz="2099" spc="-41">
                <a:solidFill>
                  <a:srgbClr val="101010"/>
                </a:solidFill>
                <a:latin typeface="Aileron Bold"/>
                <a:ea typeface="Aileron Bold"/>
                <a:cs typeface="Aileron Bold"/>
                <a:sym typeface="Aileron Bold"/>
              </a:rPr>
              <a:t>Ginyard International Co.</a:t>
            </a:r>
          </a:p>
        </p:txBody>
      </p:sp>
      <p:sp>
        <p:nvSpPr>
          <p:cNvPr name="TextBox 14" id="14"/>
          <p:cNvSpPr txBox="true"/>
          <p:nvPr/>
        </p:nvSpPr>
        <p:spPr>
          <a:xfrm rot="0">
            <a:off x="10740579" y="2316004"/>
            <a:ext cx="651872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5" id="15"/>
          <p:cNvSpPr txBox="true"/>
          <p:nvPr/>
        </p:nvSpPr>
        <p:spPr>
          <a:xfrm rot="0">
            <a:off x="10740579" y="1881187"/>
            <a:ext cx="3458969" cy="365760"/>
          </a:xfrm>
          <a:prstGeom prst="rect">
            <a:avLst/>
          </a:prstGeom>
        </p:spPr>
        <p:txBody>
          <a:bodyPr anchor="t" rtlCol="false" tIns="0" lIns="0" bIns="0" rIns="0">
            <a:spAutoFit/>
          </a:bodyPr>
          <a:lstStyle/>
          <a:p>
            <a:pPr algn="just">
              <a:lnSpc>
                <a:spcPts val="2939"/>
              </a:lnSpc>
            </a:pPr>
            <a:r>
              <a:rPr lang="en-US" b="true" sz="2099" spc="-41">
                <a:solidFill>
                  <a:srgbClr val="101010"/>
                </a:solidFill>
                <a:latin typeface="Aileron Bold"/>
                <a:ea typeface="Aileron Bold"/>
                <a:cs typeface="Aileron Bold"/>
                <a:sym typeface="Aileron Bold"/>
              </a:rPr>
              <a:t>Timmerman Industries</a:t>
            </a:r>
          </a:p>
        </p:txBody>
      </p:sp>
      <p:sp>
        <p:nvSpPr>
          <p:cNvPr name="TextBox 16" id="16"/>
          <p:cNvSpPr txBox="true"/>
          <p:nvPr/>
        </p:nvSpPr>
        <p:spPr>
          <a:xfrm rot="0">
            <a:off x="10740579" y="7737157"/>
            <a:ext cx="6518721" cy="621030"/>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7" id="17"/>
          <p:cNvSpPr txBox="true"/>
          <p:nvPr/>
        </p:nvSpPr>
        <p:spPr>
          <a:xfrm rot="0">
            <a:off x="10740579" y="7302341"/>
            <a:ext cx="2718093" cy="365760"/>
          </a:xfrm>
          <a:prstGeom prst="rect">
            <a:avLst/>
          </a:prstGeom>
        </p:spPr>
        <p:txBody>
          <a:bodyPr anchor="t" rtlCol="false" tIns="0" lIns="0" bIns="0" rIns="0">
            <a:spAutoFit/>
          </a:bodyPr>
          <a:lstStyle/>
          <a:p>
            <a:pPr algn="just">
              <a:lnSpc>
                <a:spcPts val="2939"/>
              </a:lnSpc>
            </a:pPr>
            <a:r>
              <a:rPr lang="en-US" b="true" sz="2099" spc="-41">
                <a:solidFill>
                  <a:srgbClr val="101010"/>
                </a:solidFill>
                <a:latin typeface="Aileron Bold"/>
                <a:ea typeface="Aileron Bold"/>
                <a:cs typeface="Aileron Bold"/>
                <a:sym typeface="Aileron Bold"/>
              </a:rPr>
              <a:t>Fradel and Spies Co</a:t>
            </a:r>
          </a:p>
        </p:txBody>
      </p:sp>
      <p:grpSp>
        <p:nvGrpSpPr>
          <p:cNvPr name="Group 18" id="18"/>
          <p:cNvGrpSpPr/>
          <p:nvPr/>
        </p:nvGrpSpPr>
        <p:grpSpPr>
          <a:xfrm rot="0">
            <a:off x="1028700" y="1928812"/>
            <a:ext cx="6429375" cy="2710577"/>
            <a:chOff x="0" y="0"/>
            <a:chExt cx="812800" cy="342670"/>
          </a:xfrm>
        </p:grpSpPr>
        <p:sp>
          <p:nvSpPr>
            <p:cNvPr name="Freeform 19" id="19"/>
            <p:cNvSpPr/>
            <p:nvPr/>
          </p:nvSpPr>
          <p:spPr>
            <a:xfrm flipH="false" flipV="false" rot="0">
              <a:off x="0" y="0"/>
              <a:ext cx="812800" cy="342670"/>
            </a:xfrm>
            <a:custGeom>
              <a:avLst/>
              <a:gdLst/>
              <a:ahLst/>
              <a:cxnLst/>
              <a:rect r="r" b="b" t="t" l="l"/>
              <a:pathLst>
                <a:path h="342670" w="812800">
                  <a:moveTo>
                    <a:pt x="0" y="0"/>
                  </a:moveTo>
                  <a:lnTo>
                    <a:pt x="812800" y="0"/>
                  </a:lnTo>
                  <a:lnTo>
                    <a:pt x="812800" y="342670"/>
                  </a:lnTo>
                  <a:lnTo>
                    <a:pt x="0" y="342670"/>
                  </a:lnTo>
                  <a:close/>
                </a:path>
              </a:pathLst>
            </a:custGeom>
            <a:blipFill>
              <a:blip r:embed="rId2"/>
              <a:stretch>
                <a:fillRect l="0" t="-29015" r="0" b="-29015"/>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3" id="3"/>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4" id="4"/>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5" id="5"/>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6" id="6"/>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7" id="7"/>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8" id="8"/>
          <p:cNvSpPr txBox="true"/>
          <p:nvPr/>
        </p:nvSpPr>
        <p:spPr>
          <a:xfrm rot="0">
            <a:off x="5017900" y="6144360"/>
            <a:ext cx="8252201" cy="737235"/>
          </a:xfrm>
          <a:prstGeom prst="rect">
            <a:avLst/>
          </a:prstGeom>
        </p:spPr>
        <p:txBody>
          <a:bodyPr anchor="t" rtlCol="false" tIns="0" lIns="0" bIns="0" rIns="0">
            <a:spAutoFit/>
          </a:bodyPr>
          <a:lstStyle/>
          <a:p>
            <a:pPr algn="ctr">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9" id="9"/>
          <p:cNvSpPr txBox="true"/>
          <p:nvPr/>
        </p:nvSpPr>
        <p:spPr>
          <a:xfrm rot="0">
            <a:off x="4842012" y="3776879"/>
            <a:ext cx="8603976" cy="2059305"/>
          </a:xfrm>
          <a:prstGeom prst="rect">
            <a:avLst/>
          </a:prstGeom>
        </p:spPr>
        <p:txBody>
          <a:bodyPr anchor="t" rtlCol="false" tIns="0" lIns="0" bIns="0" rIns="0">
            <a:spAutoFit/>
          </a:bodyPr>
          <a:lstStyle/>
          <a:p>
            <a:pPr algn="ctr">
              <a:lnSpc>
                <a:spcPts val="7680"/>
              </a:lnSpc>
            </a:pPr>
            <a:r>
              <a:rPr lang="en-US" b="true" sz="9600" spc="-403">
                <a:solidFill>
                  <a:srgbClr val="101010"/>
                </a:solidFill>
                <a:latin typeface="Montserrat Bold"/>
                <a:ea typeface="Montserrat Bold"/>
                <a:cs typeface="Montserrat Bold"/>
                <a:sym typeface="Montserrat Bold"/>
              </a:rPr>
              <a:t>project portfolio</a:t>
            </a:r>
          </a:p>
        </p:txBody>
      </p:sp>
      <p:grpSp>
        <p:nvGrpSpPr>
          <p:cNvPr name="Group 10" id="10"/>
          <p:cNvGrpSpPr/>
          <p:nvPr/>
        </p:nvGrpSpPr>
        <p:grpSpPr>
          <a:xfrm rot="0">
            <a:off x="0" y="1928812"/>
            <a:ext cx="6042099" cy="3214688"/>
            <a:chOff x="0" y="0"/>
            <a:chExt cx="763841" cy="406400"/>
          </a:xfrm>
        </p:grpSpPr>
        <p:sp>
          <p:nvSpPr>
            <p:cNvPr name="Freeform 11" id="11"/>
            <p:cNvSpPr/>
            <p:nvPr/>
          </p:nvSpPr>
          <p:spPr>
            <a:xfrm flipH="false" flipV="false" rot="0">
              <a:off x="0" y="0"/>
              <a:ext cx="763841" cy="406400"/>
            </a:xfrm>
            <a:custGeom>
              <a:avLst/>
              <a:gdLst/>
              <a:ahLst/>
              <a:cxnLst/>
              <a:rect r="r" b="b" t="t" l="l"/>
              <a:pathLst>
                <a:path h="406400" w="763841">
                  <a:moveTo>
                    <a:pt x="0" y="0"/>
                  </a:moveTo>
                  <a:lnTo>
                    <a:pt x="763841" y="0"/>
                  </a:lnTo>
                  <a:lnTo>
                    <a:pt x="763841" y="406400"/>
                  </a:lnTo>
                  <a:lnTo>
                    <a:pt x="0" y="406400"/>
                  </a:lnTo>
                  <a:close/>
                </a:path>
              </a:pathLst>
            </a:custGeom>
            <a:blipFill>
              <a:blip r:embed="rId2"/>
              <a:stretch>
                <a:fillRect l="0" t="-12611" r="0" b="-12611"/>
              </a:stretch>
            </a:blipFill>
          </p:spPr>
        </p:sp>
      </p:grpSp>
      <p:grpSp>
        <p:nvGrpSpPr>
          <p:cNvPr name="Group 12" id="12"/>
          <p:cNvGrpSpPr/>
          <p:nvPr/>
        </p:nvGrpSpPr>
        <p:grpSpPr>
          <a:xfrm rot="0">
            <a:off x="14549025" y="6065324"/>
            <a:ext cx="3738975" cy="2292863"/>
            <a:chOff x="0" y="0"/>
            <a:chExt cx="4985300" cy="3057151"/>
          </a:xfrm>
        </p:grpSpPr>
        <p:pic>
          <p:nvPicPr>
            <p:cNvPr name="Picture 13" id="13"/>
            <p:cNvPicPr>
              <a:picLocks noChangeAspect="true"/>
            </p:cNvPicPr>
            <p:nvPr/>
          </p:nvPicPr>
          <p:blipFill>
            <a:blip r:embed="rId3"/>
            <a:srcRect l="0" t="29571" r="0" b="29571"/>
            <a:stretch>
              <a:fillRect/>
            </a:stretch>
          </p:blipFill>
          <p:spPr>
            <a:xfrm flipH="false" flipV="false">
              <a:off x="0" y="0"/>
              <a:ext cx="4985300" cy="3057151"/>
            </a:xfrm>
            <a:prstGeom prst="rect">
              <a:avLst/>
            </a:prstGeom>
          </p:spPr>
        </p:pic>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8285609" y="1928813"/>
            <a:ext cx="8973691" cy="6429375"/>
            <a:chOff x="0" y="0"/>
            <a:chExt cx="1134452" cy="812800"/>
          </a:xfrm>
        </p:grpSpPr>
        <p:sp>
          <p:nvSpPr>
            <p:cNvPr name="Freeform 3" id="3"/>
            <p:cNvSpPr/>
            <p:nvPr/>
          </p:nvSpPr>
          <p:spPr>
            <a:xfrm flipH="false" flipV="false" rot="0">
              <a:off x="0" y="0"/>
              <a:ext cx="1134452" cy="812800"/>
            </a:xfrm>
            <a:custGeom>
              <a:avLst/>
              <a:gdLst/>
              <a:ahLst/>
              <a:cxnLst/>
              <a:rect r="r" b="b" t="t" l="l"/>
              <a:pathLst>
                <a:path h="812800" w="1134452">
                  <a:moveTo>
                    <a:pt x="0" y="0"/>
                  </a:moveTo>
                  <a:lnTo>
                    <a:pt x="1134452" y="0"/>
                  </a:lnTo>
                  <a:lnTo>
                    <a:pt x="1134452" y="812800"/>
                  </a:lnTo>
                  <a:lnTo>
                    <a:pt x="0" y="812800"/>
                  </a:lnTo>
                  <a:close/>
                </a:path>
              </a:pathLst>
            </a:custGeom>
            <a:blipFill>
              <a:blip r:embed="rId2"/>
              <a:stretch>
                <a:fillRect l="-3768" t="0" r="-3768" b="0"/>
              </a:stretch>
            </a:blipFill>
          </p:spPr>
        </p:sp>
      </p:grpSp>
      <p:grpSp>
        <p:nvGrpSpPr>
          <p:cNvPr name="Group 4" id="4"/>
          <p:cNvGrpSpPr/>
          <p:nvPr/>
        </p:nvGrpSpPr>
        <p:grpSpPr>
          <a:xfrm rot="0">
            <a:off x="14044612" y="1928813"/>
            <a:ext cx="6429375" cy="642937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50093" t="0" r="0" b="0"/>
              </a:stretch>
            </a:blipFill>
          </p:spPr>
        </p:sp>
      </p:grpSp>
      <p:sp>
        <p:nvSpPr>
          <p:cNvPr name="TextBox 6" id="6"/>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7" id="7"/>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8" id="8"/>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9" id="9"/>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10" id="10"/>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11" id="11"/>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12" id="12"/>
          <p:cNvSpPr txBox="true"/>
          <p:nvPr/>
        </p:nvSpPr>
        <p:spPr>
          <a:xfrm rot="0">
            <a:off x="1028700" y="6144360"/>
            <a:ext cx="5933529" cy="1108710"/>
          </a:xfrm>
          <a:prstGeom prst="rect">
            <a:avLst/>
          </a:prstGeom>
        </p:spPr>
        <p:txBody>
          <a:bodyPr anchor="t" rtlCol="false" tIns="0" lIns="0" bIns="0" rIns="0">
            <a:spAutoFit/>
          </a:bodyPr>
          <a:lstStyle/>
          <a:p>
            <a:pPr algn="l">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13" id="13"/>
          <p:cNvSpPr txBox="true"/>
          <p:nvPr/>
        </p:nvSpPr>
        <p:spPr>
          <a:xfrm rot="0">
            <a:off x="1028700" y="3776879"/>
            <a:ext cx="4849084"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first project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101010"/>
                </a:solidFill>
                <a:latin typeface="Montserrat Bold"/>
                <a:ea typeface="Montserrat Bold"/>
                <a:cs typeface="Montserrat Bold"/>
                <a:sym typeface="Montserrat Bold"/>
              </a:rPr>
              <a:t>Personal Presentation</a:t>
            </a:r>
          </a:p>
        </p:txBody>
      </p:sp>
      <p:sp>
        <p:nvSpPr>
          <p:cNvPr name="TextBox 3" id="3"/>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name="TextBox 4" id="4"/>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Shawn Garcia</a:t>
            </a:r>
          </a:p>
        </p:txBody>
      </p:sp>
      <p:sp>
        <p:nvSpPr>
          <p:cNvPr name="TextBox 5" id="5"/>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hello@reallygreatsite.com</a:t>
            </a:r>
          </a:p>
        </p:txBody>
      </p:sp>
      <p:sp>
        <p:nvSpPr>
          <p:cNvPr name="TextBox 6" id="6"/>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@reallygreatsite</a:t>
            </a:r>
          </a:p>
        </p:txBody>
      </p:sp>
      <p:sp>
        <p:nvSpPr>
          <p:cNvPr name="TextBox 7" id="7"/>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101010"/>
                </a:solidFill>
                <a:latin typeface="Aileron"/>
                <a:ea typeface="Aileron"/>
                <a:cs typeface="Aileron"/>
                <a:sym typeface="Aileron"/>
              </a:rPr>
              <a:t>+123-456-7890</a:t>
            </a:r>
          </a:p>
        </p:txBody>
      </p:sp>
      <p:sp>
        <p:nvSpPr>
          <p:cNvPr name="TextBox 8" id="8"/>
          <p:cNvSpPr txBox="true"/>
          <p:nvPr/>
        </p:nvSpPr>
        <p:spPr>
          <a:xfrm rot="0">
            <a:off x="11325771" y="6144360"/>
            <a:ext cx="5933529" cy="1108710"/>
          </a:xfrm>
          <a:prstGeom prst="rect">
            <a:avLst/>
          </a:prstGeom>
        </p:spPr>
        <p:txBody>
          <a:bodyPr anchor="t" rtlCol="false" tIns="0" lIns="0" bIns="0" rIns="0">
            <a:spAutoFit/>
          </a:bodyPr>
          <a:lstStyle/>
          <a:p>
            <a:pPr algn="l">
              <a:lnSpc>
                <a:spcPts val="2939"/>
              </a:lnSpc>
            </a:pPr>
            <a:r>
              <a:rPr lang="en-US" sz="2099">
                <a:solidFill>
                  <a:srgbClr val="101010"/>
                </a:solidFill>
                <a:latin typeface="Aileron"/>
                <a:ea typeface="Aileron"/>
                <a:cs typeface="Aileron"/>
                <a:sym typeface="Aileron"/>
              </a:rPr>
              <a:t>Lorem ipsum dolor sit amet, consectetur adipiscing elit, sed do eiusmod tempor incididunt ut labore et dolore magna aliqua.</a:t>
            </a:r>
          </a:p>
        </p:txBody>
      </p:sp>
      <p:sp>
        <p:nvSpPr>
          <p:cNvPr name="TextBox 9" id="9"/>
          <p:cNvSpPr txBox="true"/>
          <p:nvPr/>
        </p:nvSpPr>
        <p:spPr>
          <a:xfrm rot="0">
            <a:off x="11325771" y="3776879"/>
            <a:ext cx="4849084" cy="205930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second project</a:t>
            </a:r>
          </a:p>
        </p:txBody>
      </p:sp>
      <p:grpSp>
        <p:nvGrpSpPr>
          <p:cNvPr name="Group 10" id="10"/>
          <p:cNvGrpSpPr/>
          <p:nvPr/>
        </p:nvGrpSpPr>
        <p:grpSpPr>
          <a:xfrm rot="0">
            <a:off x="0" y="1928813"/>
            <a:ext cx="10695769" cy="6429375"/>
            <a:chOff x="0" y="0"/>
            <a:chExt cx="1352156" cy="812800"/>
          </a:xfrm>
        </p:grpSpPr>
        <p:sp>
          <p:nvSpPr>
            <p:cNvPr name="Freeform 11" id="11"/>
            <p:cNvSpPr/>
            <p:nvPr/>
          </p:nvSpPr>
          <p:spPr>
            <a:xfrm flipH="false" flipV="false" rot="0">
              <a:off x="0" y="0"/>
              <a:ext cx="1352156" cy="812800"/>
            </a:xfrm>
            <a:custGeom>
              <a:avLst/>
              <a:gdLst/>
              <a:ahLst/>
              <a:cxnLst/>
              <a:rect r="r" b="b" t="t" l="l"/>
              <a:pathLst>
                <a:path h="812800" w="1352156">
                  <a:moveTo>
                    <a:pt x="0" y="0"/>
                  </a:moveTo>
                  <a:lnTo>
                    <a:pt x="1352156" y="0"/>
                  </a:lnTo>
                  <a:lnTo>
                    <a:pt x="1352156" y="812800"/>
                  </a:lnTo>
                  <a:lnTo>
                    <a:pt x="0" y="812800"/>
                  </a:lnTo>
                  <a:close/>
                </a:path>
              </a:pathLst>
            </a:custGeom>
            <a:blipFill>
              <a:blip r:embed="rId2"/>
              <a:stretch>
                <a:fillRect l="0" t="-5417" r="0" b="-5417"/>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28700" y="990600"/>
            <a:ext cx="3383553" cy="356235"/>
          </a:xfrm>
          <a:prstGeom prst="rect">
            <a:avLst/>
          </a:prstGeom>
        </p:spPr>
        <p:txBody>
          <a:bodyPr anchor="t" rtlCol="false" tIns="0" lIns="0" bIns="0" rIns="0">
            <a:spAutoFit/>
          </a:bodyPr>
          <a:lstStyle/>
          <a:p>
            <a:pPr algn="l">
              <a:lnSpc>
                <a:spcPts val="2939"/>
              </a:lnSpc>
            </a:pPr>
            <a:r>
              <a:rPr lang="en-US" sz="2099" b="true">
                <a:solidFill>
                  <a:srgbClr val="F4F4F4"/>
                </a:solidFill>
                <a:latin typeface="Montserrat Bold"/>
                <a:ea typeface="Montserrat Bold"/>
                <a:cs typeface="Montserrat Bold"/>
                <a:sym typeface="Montserrat Bold"/>
              </a:rPr>
              <a:t>Personal Presentation</a:t>
            </a:r>
          </a:p>
        </p:txBody>
      </p:sp>
      <p:sp>
        <p:nvSpPr>
          <p:cNvPr name="TextBox 4" id="4"/>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F4F4F4"/>
                </a:solidFill>
                <a:latin typeface="Aileron"/>
                <a:ea typeface="Aileron"/>
                <a:cs typeface="Aileron"/>
                <a:sym typeface="Aileron"/>
              </a:rPr>
              <a:t>09 May, 2026</a:t>
            </a:r>
          </a:p>
        </p:txBody>
      </p:sp>
      <p:sp>
        <p:nvSpPr>
          <p:cNvPr name="TextBox 5" id="5"/>
          <p:cNvSpPr txBox="true"/>
          <p:nvPr/>
        </p:nvSpPr>
        <p:spPr>
          <a:xfrm rot="0">
            <a:off x="1028700" y="8892540"/>
            <a:ext cx="1734294" cy="365760"/>
          </a:xfrm>
          <a:prstGeom prst="rect">
            <a:avLst/>
          </a:prstGeom>
        </p:spPr>
        <p:txBody>
          <a:bodyPr anchor="t" rtlCol="false" tIns="0" lIns="0" bIns="0" rIns="0">
            <a:spAutoFit/>
          </a:bodyPr>
          <a:lstStyle/>
          <a:p>
            <a:pPr algn="l">
              <a:lnSpc>
                <a:spcPts val="2939"/>
              </a:lnSpc>
            </a:pPr>
            <a:r>
              <a:rPr lang="en-US" sz="2099" b="true">
                <a:solidFill>
                  <a:srgbClr val="F4F4F4"/>
                </a:solidFill>
                <a:latin typeface="Aileron Bold"/>
                <a:ea typeface="Aileron Bold"/>
                <a:cs typeface="Aileron Bold"/>
                <a:sym typeface="Aileron Bold"/>
              </a:rPr>
              <a:t>Shawn Garcia</a:t>
            </a:r>
          </a:p>
        </p:txBody>
      </p:sp>
      <p:sp>
        <p:nvSpPr>
          <p:cNvPr name="TextBox 6" id="6"/>
          <p:cNvSpPr txBox="true"/>
          <p:nvPr/>
        </p:nvSpPr>
        <p:spPr>
          <a:xfrm rot="0">
            <a:off x="5638850" y="8926830"/>
            <a:ext cx="2646759"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hello@reallygreatsite.com</a:t>
            </a:r>
          </a:p>
        </p:txBody>
      </p:sp>
      <p:sp>
        <p:nvSpPr>
          <p:cNvPr name="TextBox 7" id="7"/>
          <p:cNvSpPr txBox="true"/>
          <p:nvPr/>
        </p:nvSpPr>
        <p:spPr>
          <a:xfrm rot="0">
            <a:off x="11161464" y="8926830"/>
            <a:ext cx="1638151"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@reallygreatsite</a:t>
            </a:r>
          </a:p>
        </p:txBody>
      </p:sp>
      <p:sp>
        <p:nvSpPr>
          <p:cNvPr name="TextBox 8" id="8"/>
          <p:cNvSpPr txBox="true"/>
          <p:nvPr/>
        </p:nvSpPr>
        <p:spPr>
          <a:xfrm rot="0">
            <a:off x="15675471" y="8926830"/>
            <a:ext cx="1583829" cy="306705"/>
          </a:xfrm>
          <a:prstGeom prst="rect">
            <a:avLst/>
          </a:prstGeom>
        </p:spPr>
        <p:txBody>
          <a:bodyPr anchor="t" rtlCol="false" tIns="0" lIns="0" bIns="0" rIns="0">
            <a:spAutoFit/>
          </a:bodyPr>
          <a:lstStyle/>
          <a:p>
            <a:pPr algn="l">
              <a:lnSpc>
                <a:spcPts val="2520"/>
              </a:lnSpc>
            </a:pPr>
            <a:r>
              <a:rPr lang="en-US" sz="1800">
                <a:solidFill>
                  <a:srgbClr val="F4F4F4"/>
                </a:solidFill>
                <a:latin typeface="Aileron"/>
                <a:ea typeface="Aileron"/>
                <a:cs typeface="Aileron"/>
                <a:sym typeface="Aileron"/>
              </a:rPr>
              <a:t>+123-456-7890</a:t>
            </a:r>
          </a:p>
        </p:txBody>
      </p:sp>
      <p:sp>
        <p:nvSpPr>
          <p:cNvPr name="TextBox 9" id="9"/>
          <p:cNvSpPr txBox="true"/>
          <p:nvPr/>
        </p:nvSpPr>
        <p:spPr>
          <a:xfrm rot="0">
            <a:off x="5253142" y="4299585"/>
            <a:ext cx="7781716" cy="2059305"/>
          </a:xfrm>
          <a:prstGeom prst="rect">
            <a:avLst/>
          </a:prstGeom>
        </p:spPr>
        <p:txBody>
          <a:bodyPr anchor="t" rtlCol="false" tIns="0" lIns="0" bIns="0" rIns="0">
            <a:spAutoFit/>
          </a:bodyPr>
          <a:lstStyle/>
          <a:p>
            <a:pPr algn="l">
              <a:lnSpc>
                <a:spcPts val="7680"/>
              </a:lnSpc>
            </a:pPr>
            <a:r>
              <a:rPr lang="en-US" sz="9600" spc="-403" b="true">
                <a:solidFill>
                  <a:srgbClr val="F4F4F4"/>
                </a:solidFill>
                <a:latin typeface="Montserrat Bold"/>
                <a:ea typeface="Montserrat Bold"/>
                <a:cs typeface="Montserrat Bold"/>
                <a:sym typeface="Montserrat Bold"/>
              </a:rPr>
              <a:t>thank you so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DAHXQHm78EY</dc:identifier>
  <dcterms:modified xsi:type="dcterms:W3CDTF">2011-08-01T06:04:30Z</dcterms:modified>
  <cp:revision>1</cp:revision>
  <dc:title>Black and White Minimalist Creative Portfolio Presentation</dc:title>
</cp:coreProperties>
</file>